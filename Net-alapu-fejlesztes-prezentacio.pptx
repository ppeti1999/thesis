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5" r:id="rId4"/>
    <p:sldId id="268" r:id="rId5"/>
    <p:sldId id="261" r:id="rId6"/>
    <p:sldId id="270" r:id="rId7"/>
    <p:sldId id="269" r:id="rId8"/>
    <p:sldId id="271" r:id="rId9"/>
    <p:sldId id="263" r:id="rId10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u-HU" smtClean="0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53829-1247-4924-BC48-CC12E0E53FE3}" type="datetimeFigureOut">
              <a:rPr lang="hu-HU" smtClean="0"/>
              <a:t>2025. 05. 23.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84D98-DA90-4742-BC79-2ED1B91D59A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7603372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53829-1247-4924-BC48-CC12E0E53FE3}" type="datetimeFigureOut">
              <a:rPr lang="hu-HU" smtClean="0"/>
              <a:t>2025. 05. 23.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84D98-DA90-4742-BC79-2ED1B91D59A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7525999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53829-1247-4924-BC48-CC12E0E53FE3}" type="datetimeFigureOut">
              <a:rPr lang="hu-HU" smtClean="0"/>
              <a:t>2025. 05. 23.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84D98-DA90-4742-BC79-2ED1B91D59A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728225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53829-1247-4924-BC48-CC12E0E53FE3}" type="datetimeFigureOut">
              <a:rPr lang="hu-HU" smtClean="0"/>
              <a:t>2025. 05. 23.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84D98-DA90-4742-BC79-2ED1B91D59A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713796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53829-1247-4924-BC48-CC12E0E53FE3}" type="datetimeFigureOut">
              <a:rPr lang="hu-HU" smtClean="0"/>
              <a:t>2025. 05. 23.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84D98-DA90-4742-BC79-2ED1B91D59A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827880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53829-1247-4924-BC48-CC12E0E53FE3}" type="datetimeFigureOut">
              <a:rPr lang="hu-HU" smtClean="0"/>
              <a:t>2025. 05. 23.</a:t>
            </a:fld>
            <a:endParaRPr lang="hu-HU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84D98-DA90-4742-BC79-2ED1B91D59A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1921407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53829-1247-4924-BC48-CC12E0E53FE3}" type="datetimeFigureOut">
              <a:rPr lang="hu-HU" smtClean="0"/>
              <a:t>2025. 05. 23.</a:t>
            </a:fld>
            <a:endParaRPr lang="hu-HU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84D98-DA90-4742-BC79-2ED1B91D59A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725865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53829-1247-4924-BC48-CC12E0E53FE3}" type="datetimeFigureOut">
              <a:rPr lang="hu-HU" smtClean="0"/>
              <a:t>2025. 05. 23.</a:t>
            </a:fld>
            <a:endParaRPr lang="hu-HU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84D98-DA90-4742-BC79-2ED1B91D59A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779150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 smtClean="0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53829-1247-4924-BC48-CC12E0E53FE3}" type="datetimeFigureOut">
              <a:rPr lang="hu-HU" smtClean="0"/>
              <a:t>2025. 05. 23.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84D98-DA90-4742-BC79-2ED1B91D59A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9121554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áma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 smtClean="0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53829-1247-4924-BC48-CC12E0E53FE3}" type="datetimeFigureOut">
              <a:rPr lang="hu-HU" smtClean="0"/>
              <a:t>2025. 05. 23.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84D98-DA90-4742-BC79-2ED1B91D59A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74557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53829-1247-4924-BC48-CC12E0E53FE3}" type="datetimeFigureOut">
              <a:rPr lang="hu-HU" smtClean="0"/>
              <a:t>2025. 05. 23.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84D98-DA90-4742-BC79-2ED1B91D59A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1813066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hu-HU" smtClean="0"/>
              <a:t>Mintaszöveg szerkesztése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53829-1247-4924-BC48-CC12E0E53FE3}" type="datetimeFigureOut">
              <a:rPr lang="hu-HU" smtClean="0"/>
              <a:t>2025. 05. 23.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84D98-DA90-4742-BC79-2ED1B91D59A6}" type="slidenum">
              <a:rPr lang="hu-HU" smtClean="0"/>
              <a:t>‹#›</a:t>
            </a:fld>
            <a:endParaRPr lang="hu-HU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61506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53829-1247-4924-BC48-CC12E0E53FE3}" type="datetimeFigureOut">
              <a:rPr lang="hu-HU" smtClean="0"/>
              <a:t>2025. 05. 23.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84D98-DA90-4742-BC79-2ED1B91D59A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935647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53829-1247-4924-BC48-CC12E0E53FE3}" type="datetimeFigureOut">
              <a:rPr lang="hu-HU" smtClean="0"/>
              <a:t>2025. 05. 23.</a:t>
            </a:fld>
            <a:endParaRPr lang="hu-H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84D98-DA90-4742-BC79-2ED1B91D59A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0549596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ép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 smtClean="0"/>
              <a:t>Kép beszúrásához kattintson az ikonra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 smtClean="0"/>
              <a:t>Kép beszúrásához kattintson az ikonra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 smtClean="0"/>
              <a:t>Kép beszúrásához kattintson az ikonra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53829-1247-4924-BC48-CC12E0E53FE3}" type="datetimeFigureOut">
              <a:rPr lang="hu-HU" smtClean="0"/>
              <a:t>2025. 05. 23.</a:t>
            </a:fld>
            <a:endParaRPr lang="hu-H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84D98-DA90-4742-BC79-2ED1B91D59A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0795260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53829-1247-4924-BC48-CC12E0E53FE3}" type="datetimeFigureOut">
              <a:rPr lang="hu-HU" smtClean="0"/>
              <a:t>2025. 05. 23.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84D98-DA90-4742-BC79-2ED1B91D59A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57663087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53829-1247-4924-BC48-CC12E0E53FE3}" type="datetimeFigureOut">
              <a:rPr lang="hu-HU" smtClean="0"/>
              <a:t>2025. 05. 23.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84D98-DA90-4742-BC79-2ED1B91D59A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52851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6053829-1247-4924-BC48-CC12E0E53FE3}" type="datetimeFigureOut">
              <a:rPr lang="hu-HU" smtClean="0"/>
              <a:t>2025. 05. 23.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984D98-DA90-4742-BC79-2ED1B91D59A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9910201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sz="3600" dirty="0"/>
              <a:t>Egészséges életmódot támogató webalkalmazás fejlesztése ASP.NET MVC és </a:t>
            </a:r>
            <a:r>
              <a:rPr lang="hu-HU" sz="3600" dirty="0" err="1"/>
              <a:t>Angular</a:t>
            </a:r>
            <a:r>
              <a:rPr lang="hu-HU" sz="3600" dirty="0"/>
              <a:t> alapokon</a:t>
            </a:r>
            <a:r>
              <a:rPr lang="hu-HU" sz="3600" dirty="0" smtClean="0"/>
              <a:t>, </a:t>
            </a:r>
            <a:r>
              <a:rPr lang="hu-HU" sz="3600" dirty="0" err="1" smtClean="0"/>
              <a:t>Thesis</a:t>
            </a:r>
            <a:endParaRPr lang="hu-HU" sz="3600" dirty="0"/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u-HU" dirty="0" smtClean="0"/>
              <a:t>Hallgató: Pásztori Péter </a:t>
            </a:r>
            <a:r>
              <a:rPr lang="hu-HU" dirty="0" err="1" smtClean="0"/>
              <a:t>benjámin</a:t>
            </a:r>
            <a:endParaRPr lang="hu-HU" dirty="0" smtClean="0"/>
          </a:p>
          <a:p>
            <a:r>
              <a:rPr lang="hu-HU" dirty="0" smtClean="0"/>
              <a:t>Konzulens: Dr. Kővári Bence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018241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Célkitűzés 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u-HU" dirty="0" smtClean="0"/>
              <a:t>Miért választottam ezt a témát: Közeli </a:t>
            </a:r>
            <a:r>
              <a:rPr lang="hu-HU" dirty="0"/>
              <a:t>környezetben igény merült fel a </a:t>
            </a:r>
            <a:r>
              <a:rPr lang="hu-HU" dirty="0" smtClean="0"/>
              <a:t>táplálkozások </a:t>
            </a:r>
            <a:r>
              <a:rPr lang="hu-HU" dirty="0"/>
              <a:t>feljegyzésére</a:t>
            </a:r>
            <a:r>
              <a:rPr lang="hu-HU" dirty="0" smtClean="0"/>
              <a:t>.</a:t>
            </a:r>
          </a:p>
          <a:p>
            <a:r>
              <a:rPr lang="hu-HU" dirty="0" smtClean="0"/>
              <a:t>- Problémafelvetés: nagy az igény rá a piacon és kevés rá/túlterheltek az </a:t>
            </a:r>
            <a:r>
              <a:rPr lang="hu-HU" dirty="0" err="1" smtClean="0"/>
              <a:t>appok</a:t>
            </a:r>
            <a:r>
              <a:rPr lang="hu-HU" dirty="0" smtClean="0"/>
              <a:t>/ webalkalmazások.</a:t>
            </a:r>
          </a:p>
          <a:p>
            <a:r>
              <a:rPr lang="hu-HU" dirty="0" smtClean="0"/>
              <a:t>- Miért lenne hasznos, ha élesben is működne: </a:t>
            </a:r>
            <a:r>
              <a:rPr lang="hu-HU" dirty="0"/>
              <a:t>A felhasználói visszajelzések alapján célzott fejlesztések valósíthatók meg. Az alkalmazás pontos és személyre szabott nyomon követést kínál, segítve a tudatos </a:t>
            </a:r>
            <a:r>
              <a:rPr lang="hu-HU" dirty="0" smtClean="0"/>
              <a:t>étkezést. </a:t>
            </a:r>
            <a:r>
              <a:rPr lang="hu-HU" dirty="0"/>
              <a:t>Edzők és dietetikusok munkáját is hatékonyan támogathatja. </a:t>
            </a:r>
            <a:endParaRPr lang="hu-HU" dirty="0" smtClean="0"/>
          </a:p>
          <a:p>
            <a:r>
              <a:rPr lang="hu-HU" dirty="0" smtClean="0"/>
              <a:t>Milyen </a:t>
            </a:r>
            <a:r>
              <a:rPr lang="hu-HU" dirty="0"/>
              <a:t>kapcsolódó munkával találkoztam: </a:t>
            </a:r>
            <a:r>
              <a:rPr lang="hu-HU" dirty="0" err="1" smtClean="0"/>
              <a:t>Yazio</a:t>
            </a:r>
            <a:r>
              <a:rPr lang="hu-H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669766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Technológia választás 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 smtClean="0"/>
              <a:t>Backend: </a:t>
            </a:r>
            <a:r>
              <a:rPr lang="hu-HU" dirty="0"/>
              <a:t>ASP.NET </a:t>
            </a:r>
            <a:r>
              <a:rPr lang="hu-HU" dirty="0" err="1" smtClean="0"/>
              <a:t>Core</a:t>
            </a:r>
            <a:r>
              <a:rPr lang="hu-HU" dirty="0" smtClean="0"/>
              <a:t>: szerveroldali </a:t>
            </a:r>
            <a:r>
              <a:rPr lang="hu-HU" dirty="0"/>
              <a:t>webalkalmazás-keretrendszer, amelyet webfejlesztésre terveztek dinamikus weboldalak </a:t>
            </a:r>
            <a:r>
              <a:rPr lang="hu-HU" dirty="0" smtClean="0"/>
              <a:t>előállítására.</a:t>
            </a:r>
          </a:p>
          <a:p>
            <a:r>
              <a:rPr lang="hu-HU" dirty="0" smtClean="0"/>
              <a:t>Frontend: </a:t>
            </a:r>
            <a:r>
              <a:rPr lang="hu-HU" dirty="0" err="1" smtClean="0"/>
              <a:t>Angular</a:t>
            </a:r>
            <a:r>
              <a:rPr lang="hu-HU" dirty="0" smtClean="0"/>
              <a:t> 19 keretrendszer:</a:t>
            </a:r>
            <a:r>
              <a:rPr lang="hu-HU" dirty="0"/>
              <a:t> az egyik leggyorsabb JavaScript keretrendszer, amely lehetővé teszi a gyors betöltést és </a:t>
            </a:r>
            <a:r>
              <a:rPr lang="hu-HU" dirty="0" smtClean="0"/>
              <a:t>reagálást.</a:t>
            </a:r>
          </a:p>
          <a:p>
            <a:r>
              <a:rPr lang="hu-HU" dirty="0" smtClean="0"/>
              <a:t>Kommunikáció :</a:t>
            </a:r>
            <a:r>
              <a:rPr lang="hu-HU" dirty="0"/>
              <a:t> A frontend és a backend között REST API segítségével történik a kommunikáció</a:t>
            </a:r>
            <a:r>
              <a:rPr lang="hu-HU" dirty="0" smtClean="0"/>
              <a:t>. </a:t>
            </a:r>
          </a:p>
          <a:p>
            <a:r>
              <a:rPr lang="hu-HU" dirty="0" smtClean="0"/>
              <a:t>Adatbázis kezelés: </a:t>
            </a:r>
            <a:r>
              <a:rPr lang="hu-HU" dirty="0"/>
              <a:t>Microsoft SQL Server (MSSQL</a:t>
            </a:r>
            <a:r>
              <a:rPr lang="hu-HU" dirty="0" smtClean="0"/>
              <a:t>): </a:t>
            </a:r>
            <a:r>
              <a:rPr lang="hu-HU" dirty="0"/>
              <a:t>SQL-alapú adatbázis-kezelő </a:t>
            </a:r>
            <a:r>
              <a:rPr lang="hu-HU" dirty="0" smtClean="0"/>
              <a:t>rendszer.</a:t>
            </a:r>
          </a:p>
          <a:p>
            <a:r>
              <a:rPr lang="hu-HU" dirty="0" smtClean="0"/>
              <a:t>Stílus: </a:t>
            </a:r>
            <a:r>
              <a:rPr lang="hu-HU" dirty="0" err="1" smtClean="0"/>
              <a:t>Bootsrap</a:t>
            </a:r>
            <a:r>
              <a:rPr lang="hu-HU" dirty="0" smtClean="0"/>
              <a:t> keretrendszer:</a:t>
            </a:r>
            <a:r>
              <a:rPr lang="hu-HU" dirty="0"/>
              <a:t> jól </a:t>
            </a:r>
            <a:r>
              <a:rPr lang="hu-HU" dirty="0" smtClean="0"/>
              <a:t>kinéző, </a:t>
            </a:r>
            <a:r>
              <a:rPr lang="hu-HU" dirty="0" err="1" smtClean="0"/>
              <a:t>reszponzív</a:t>
            </a:r>
            <a:r>
              <a:rPr lang="hu-HU" dirty="0" smtClean="0"/>
              <a:t> webalkalmazáshoz, </a:t>
            </a:r>
            <a:r>
              <a:rPr lang="hu-HU" dirty="0" err="1" smtClean="0"/>
              <a:t>Angular</a:t>
            </a:r>
            <a:r>
              <a:rPr lang="hu-HU" dirty="0" smtClean="0"/>
              <a:t> </a:t>
            </a:r>
            <a:r>
              <a:rPr lang="hu-HU" dirty="0" err="1" smtClean="0"/>
              <a:t>Material</a:t>
            </a:r>
            <a:r>
              <a:rPr lang="hu-HU" dirty="0" smtClean="0"/>
              <a:t>. </a:t>
            </a:r>
          </a:p>
          <a:p>
            <a:endParaRPr lang="hu-HU" dirty="0" smtClean="0"/>
          </a:p>
        </p:txBody>
      </p:sp>
    </p:spTree>
    <p:extLst>
      <p:ext uri="{BB962C8B-B14F-4D97-AF65-F5344CB8AC3E}">
        <p14:creationId xmlns:p14="http://schemas.microsoft.com/office/powerpoint/2010/main" val="20161970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zövegdoboz 2"/>
          <p:cNvSpPr txBox="1"/>
          <p:nvPr/>
        </p:nvSpPr>
        <p:spPr>
          <a:xfrm>
            <a:off x="374906" y="74816"/>
            <a:ext cx="27095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4000" dirty="0" smtClean="0"/>
              <a:t>Funkciók</a:t>
            </a:r>
            <a:r>
              <a:rPr lang="hu-HU" dirty="0" smtClean="0"/>
              <a:t>:</a:t>
            </a:r>
            <a:endParaRPr lang="hu-HU" dirty="0"/>
          </a:p>
        </p:txBody>
      </p:sp>
      <p:pic>
        <p:nvPicPr>
          <p:cNvPr id="2" name="Kép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1575" y="899759"/>
            <a:ext cx="4648849" cy="5058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73550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757989" y="365125"/>
            <a:ext cx="10515600" cy="1325563"/>
          </a:xfrm>
        </p:spPr>
        <p:txBody>
          <a:bodyPr/>
          <a:lstStyle/>
          <a:p>
            <a:r>
              <a:rPr lang="hu-HU" dirty="0" smtClean="0"/>
              <a:t>Alkalmazás bemutatása I. 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0" y="1140903"/>
            <a:ext cx="12192000" cy="3039146"/>
          </a:xfrm>
        </p:spPr>
        <p:txBody>
          <a:bodyPr>
            <a:normAutofit fontScale="85000" lnSpcReduction="20000"/>
          </a:bodyPr>
          <a:lstStyle/>
          <a:p>
            <a:r>
              <a:rPr lang="hu-HU" dirty="0" smtClean="0"/>
              <a:t>Architektúra: három rétegű architektúra</a:t>
            </a:r>
          </a:p>
          <a:p>
            <a:r>
              <a:rPr lang="hu-HU" dirty="0" smtClean="0"/>
              <a:t>Backend </a:t>
            </a:r>
            <a:r>
              <a:rPr lang="hu-HU" dirty="0" err="1" smtClean="0"/>
              <a:t>Nugets</a:t>
            </a:r>
            <a:r>
              <a:rPr lang="hu-HU" dirty="0" smtClean="0"/>
              <a:t>:</a:t>
            </a:r>
          </a:p>
          <a:p>
            <a:pPr lvl="1"/>
            <a:r>
              <a:rPr lang="hu-HU" dirty="0" err="1" smtClean="0"/>
              <a:t>Auth,Token</a:t>
            </a:r>
            <a:r>
              <a:rPr lang="hu-HU" dirty="0" smtClean="0"/>
              <a:t>:</a:t>
            </a:r>
          </a:p>
          <a:p>
            <a:pPr lvl="2"/>
            <a:r>
              <a:rPr lang="hu-HU" dirty="0" err="1" smtClean="0"/>
              <a:t>Microsoft.AspNetCore.Authentication.</a:t>
            </a:r>
            <a:r>
              <a:rPr lang="hu-HU" b="1" dirty="0" err="1" smtClean="0"/>
              <a:t>Jwt</a:t>
            </a:r>
            <a:r>
              <a:rPr lang="hu-HU" dirty="0" err="1" smtClean="0"/>
              <a:t>Bearer</a:t>
            </a:r>
            <a:r>
              <a:rPr lang="hu-HU" dirty="0" smtClean="0"/>
              <a:t>: a felhasználó hitelesítése</a:t>
            </a:r>
          </a:p>
          <a:p>
            <a:pPr lvl="2"/>
            <a:r>
              <a:rPr lang="hu-HU" dirty="0" err="1" smtClean="0"/>
              <a:t>Microsoft.AspNetCore.</a:t>
            </a:r>
            <a:r>
              <a:rPr lang="hu-HU" b="1" dirty="0" err="1" smtClean="0"/>
              <a:t>Identity</a:t>
            </a:r>
            <a:r>
              <a:rPr lang="hu-HU" dirty="0" err="1" smtClean="0"/>
              <a:t>.EntityFrameworkCore</a:t>
            </a:r>
            <a:r>
              <a:rPr lang="hu-HU" dirty="0" smtClean="0"/>
              <a:t>: beépített felhasználó kezelés</a:t>
            </a:r>
          </a:p>
          <a:p>
            <a:pPr lvl="2"/>
            <a:r>
              <a:rPr lang="hu-HU" dirty="0" err="1" smtClean="0"/>
              <a:t>System.IdentityModel.Tokens.</a:t>
            </a:r>
            <a:r>
              <a:rPr lang="hu-HU" b="1" dirty="0" err="1" smtClean="0"/>
              <a:t>Jwt</a:t>
            </a:r>
            <a:r>
              <a:rPr lang="hu-HU" dirty="0" smtClean="0"/>
              <a:t>: web-</a:t>
            </a:r>
            <a:r>
              <a:rPr lang="hu-HU" dirty="0" err="1" smtClean="0"/>
              <a:t>token</a:t>
            </a:r>
            <a:r>
              <a:rPr lang="hu-HU" dirty="0" smtClean="0"/>
              <a:t> létrehozása, </a:t>
            </a:r>
            <a:r>
              <a:rPr lang="hu-HU" dirty="0" err="1" smtClean="0"/>
              <a:t>validálása</a:t>
            </a:r>
            <a:r>
              <a:rPr lang="hu-HU" dirty="0" smtClean="0"/>
              <a:t>, </a:t>
            </a:r>
            <a:r>
              <a:rPr lang="hu-HU" dirty="0" err="1" smtClean="0"/>
              <a:t>szerializálása</a:t>
            </a:r>
            <a:endParaRPr lang="hu-HU" dirty="0" smtClean="0"/>
          </a:p>
          <a:p>
            <a:pPr lvl="1"/>
            <a:r>
              <a:rPr lang="hu-HU" dirty="0" smtClean="0"/>
              <a:t>Adatbázis, entitások kezelése:</a:t>
            </a:r>
          </a:p>
          <a:p>
            <a:pPr lvl="2"/>
            <a:r>
              <a:rPr lang="hu-HU" dirty="0" err="1" smtClean="0"/>
              <a:t>Microsoft.</a:t>
            </a:r>
            <a:r>
              <a:rPr lang="hu-HU" b="1" dirty="0" err="1" smtClean="0"/>
              <a:t>EntityFrameworkCore</a:t>
            </a:r>
            <a:r>
              <a:rPr lang="hu-HU" dirty="0" smtClean="0"/>
              <a:t>: adatelérési keretrendszer</a:t>
            </a:r>
          </a:p>
          <a:p>
            <a:pPr lvl="3"/>
            <a:r>
              <a:rPr lang="hu-HU" dirty="0" err="1" smtClean="0"/>
              <a:t>Microsoft.EntityFrameworkCore.SqlServer</a:t>
            </a:r>
            <a:r>
              <a:rPr lang="hu-HU" dirty="0" smtClean="0"/>
              <a:t>: SQL szerverrel való kommunikáláshoz</a:t>
            </a:r>
          </a:p>
          <a:p>
            <a:pPr lvl="3"/>
            <a:r>
              <a:rPr lang="hu-HU" dirty="0" err="1" smtClean="0"/>
              <a:t>Microsoft.EntityFrameworkCore.Tools</a:t>
            </a:r>
            <a:r>
              <a:rPr lang="hu-HU" dirty="0" smtClean="0"/>
              <a:t>: hozzáadása/eltávolítása a migrációt a SQL szerverről</a:t>
            </a:r>
          </a:p>
          <a:p>
            <a:pPr lvl="2"/>
            <a:endParaRPr lang="hu-HU" dirty="0" smtClean="0"/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2821" y="4180048"/>
            <a:ext cx="3903677" cy="2602452"/>
          </a:xfrm>
          <a:prstGeom prst="rect">
            <a:avLst/>
          </a:prstGeom>
        </p:spPr>
      </p:pic>
      <p:sp>
        <p:nvSpPr>
          <p:cNvPr id="8" name="Szövegdoboz 7"/>
          <p:cNvSpPr txBox="1"/>
          <p:nvPr/>
        </p:nvSpPr>
        <p:spPr>
          <a:xfrm>
            <a:off x="360727" y="4479721"/>
            <a:ext cx="6937695" cy="17197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hu-HU" dirty="0"/>
          </a:p>
        </p:txBody>
      </p:sp>
      <p:sp>
        <p:nvSpPr>
          <p:cNvPr id="9" name="Tartalom helye 2"/>
          <p:cNvSpPr txBox="1">
            <a:spLocks/>
          </p:cNvSpPr>
          <p:nvPr/>
        </p:nvSpPr>
        <p:spPr>
          <a:xfrm>
            <a:off x="0" y="4180048"/>
            <a:ext cx="8212821" cy="25227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hu-HU" dirty="0"/>
              <a:t>Frontend:</a:t>
            </a:r>
          </a:p>
          <a:p>
            <a:pPr lvl="1"/>
            <a:r>
              <a:rPr lang="hu-HU" dirty="0" err="1"/>
              <a:t>RxJs</a:t>
            </a:r>
            <a:r>
              <a:rPr lang="hu-HU" dirty="0"/>
              <a:t>: folyamok kezeléséhez</a:t>
            </a:r>
          </a:p>
          <a:p>
            <a:pPr lvl="1"/>
            <a:r>
              <a:rPr lang="hu-HU" dirty="0" err="1"/>
              <a:t>Angular</a:t>
            </a:r>
            <a:r>
              <a:rPr lang="hu-HU" dirty="0"/>
              <a:t> saját csomagjai </a:t>
            </a:r>
          </a:p>
          <a:p>
            <a:r>
              <a:rPr lang="hu-HU" dirty="0"/>
              <a:t>Automatizált frontend generálás (</a:t>
            </a:r>
            <a:r>
              <a:rPr lang="hu-HU" dirty="0" err="1"/>
              <a:t>NSwag</a:t>
            </a:r>
            <a:r>
              <a:rPr lang="hu-HU" dirty="0"/>
              <a:t>):</a:t>
            </a:r>
          </a:p>
          <a:p>
            <a:pPr lvl="1"/>
            <a:r>
              <a:rPr lang="hu-HU" dirty="0"/>
              <a:t>  - </a:t>
            </a:r>
            <a:r>
              <a:rPr lang="hu-HU" dirty="0" err="1"/>
              <a:t>TypeScript</a:t>
            </a:r>
            <a:r>
              <a:rPr lang="hu-HU" dirty="0"/>
              <a:t> kód generálása a backend alapján</a:t>
            </a:r>
          </a:p>
          <a:p>
            <a:pPr lvl="1"/>
            <a:r>
              <a:rPr lang="hu-HU" dirty="0"/>
              <a:t>  - Szinkronban tartja a frontendet az API-</a:t>
            </a:r>
            <a:r>
              <a:rPr lang="hu-HU" dirty="0" err="1"/>
              <a:t>val</a:t>
            </a:r>
            <a:endParaRPr lang="hu-HU" dirty="0"/>
          </a:p>
          <a:p>
            <a:pPr lvl="2"/>
            <a:endParaRPr lang="hu-HU" dirty="0" smtClean="0"/>
          </a:p>
        </p:txBody>
      </p:sp>
      <p:pic>
        <p:nvPicPr>
          <p:cNvPr id="4" name="Kép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7602" y="3472515"/>
            <a:ext cx="1228896" cy="571580"/>
          </a:xfrm>
          <a:prstGeom prst="rect">
            <a:avLst/>
          </a:prstGeom>
        </p:spPr>
      </p:pic>
      <p:sp>
        <p:nvSpPr>
          <p:cNvPr id="11" name="Tartalom helye 2"/>
          <p:cNvSpPr txBox="1">
            <a:spLocks/>
          </p:cNvSpPr>
          <p:nvPr/>
        </p:nvSpPr>
        <p:spPr>
          <a:xfrm>
            <a:off x="8932876" y="3534483"/>
            <a:ext cx="2463566" cy="3458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hu-HU" sz="1500" b="1" dirty="0" smtClean="0"/>
              <a:t>E-mail küldés</a:t>
            </a:r>
            <a:endParaRPr lang="hu-HU" sz="1500" dirty="0"/>
          </a:p>
        </p:txBody>
      </p:sp>
    </p:spTree>
    <p:extLst>
      <p:ext uri="{BB962C8B-B14F-4D97-AF65-F5344CB8AC3E}">
        <p14:creationId xmlns:p14="http://schemas.microsoft.com/office/powerpoint/2010/main" val="31341095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Alkalmazás bemutatása </a:t>
            </a:r>
            <a:r>
              <a:rPr lang="hu-HU" dirty="0" smtClean="0"/>
              <a:t>II.</a:t>
            </a:r>
            <a:endParaRPr lang="hu-HU" dirty="0"/>
          </a:p>
        </p:txBody>
      </p:sp>
      <p:sp>
        <p:nvSpPr>
          <p:cNvPr id="12" name="Szövegdoboz 11"/>
          <p:cNvSpPr txBox="1"/>
          <p:nvPr/>
        </p:nvSpPr>
        <p:spPr>
          <a:xfrm>
            <a:off x="4962872" y="2144684"/>
            <a:ext cx="18537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 smtClean="0"/>
              <a:t>Kijelentkezve</a:t>
            </a:r>
            <a:endParaRPr lang="hu-HU" dirty="0"/>
          </a:p>
        </p:txBody>
      </p:sp>
      <p:pic>
        <p:nvPicPr>
          <p:cNvPr id="3" name="Kép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53" y="1396749"/>
            <a:ext cx="4114712" cy="2122754"/>
          </a:xfrm>
          <a:prstGeom prst="rect">
            <a:avLst/>
          </a:prstGeom>
        </p:spPr>
      </p:pic>
      <p:pic>
        <p:nvPicPr>
          <p:cNvPr id="4" name="Kép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051" y="4350090"/>
            <a:ext cx="4136821" cy="2110447"/>
          </a:xfrm>
          <a:prstGeom prst="rect">
            <a:avLst/>
          </a:prstGeom>
        </p:spPr>
      </p:pic>
      <p:pic>
        <p:nvPicPr>
          <p:cNvPr id="5" name="Kép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8897" y="1396750"/>
            <a:ext cx="4261182" cy="2122754"/>
          </a:xfrm>
          <a:prstGeom prst="rect">
            <a:avLst/>
          </a:prstGeom>
        </p:spPr>
      </p:pic>
      <p:pic>
        <p:nvPicPr>
          <p:cNvPr id="6" name="Kép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8603" y="4350090"/>
            <a:ext cx="4082610" cy="2110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60148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Alkalmazás bemutatása </a:t>
            </a:r>
            <a:r>
              <a:rPr lang="hu-HU" dirty="0" smtClean="0"/>
              <a:t>III. </a:t>
            </a:r>
            <a:endParaRPr lang="hu-HU" dirty="0"/>
          </a:p>
        </p:txBody>
      </p:sp>
      <p:sp>
        <p:nvSpPr>
          <p:cNvPr id="9" name="Szövegdoboz 8"/>
          <p:cNvSpPr txBox="1"/>
          <p:nvPr/>
        </p:nvSpPr>
        <p:spPr>
          <a:xfrm>
            <a:off x="5348472" y="2312418"/>
            <a:ext cx="18038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 smtClean="0"/>
              <a:t>Regisztráció</a:t>
            </a:r>
            <a:endParaRPr lang="hu-HU" dirty="0"/>
          </a:p>
        </p:txBody>
      </p:sp>
      <p:pic>
        <p:nvPicPr>
          <p:cNvPr id="3" name="Kép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743" y="1283234"/>
            <a:ext cx="3842515" cy="2887570"/>
          </a:xfrm>
          <a:prstGeom prst="rect">
            <a:avLst/>
          </a:prstGeom>
        </p:spPr>
      </p:pic>
      <p:pic>
        <p:nvPicPr>
          <p:cNvPr id="4" name="Kép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4672" y="4475828"/>
            <a:ext cx="5591917" cy="2094970"/>
          </a:xfrm>
          <a:prstGeom prst="rect">
            <a:avLst/>
          </a:prstGeom>
        </p:spPr>
      </p:pic>
      <p:pic>
        <p:nvPicPr>
          <p:cNvPr id="5" name="Kép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8322" y="1805227"/>
            <a:ext cx="4357002" cy="1843583"/>
          </a:xfrm>
          <a:prstGeom prst="rect">
            <a:avLst/>
          </a:prstGeom>
        </p:spPr>
      </p:pic>
      <p:pic>
        <p:nvPicPr>
          <p:cNvPr id="10" name="Kép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36635" y="3801472"/>
            <a:ext cx="2868689" cy="2222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87245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Alkalmazás bemutatása </a:t>
            </a:r>
            <a:r>
              <a:rPr lang="hu-HU" dirty="0" smtClean="0"/>
              <a:t>IV. </a:t>
            </a:r>
            <a:endParaRPr lang="hu-HU" dirty="0"/>
          </a:p>
        </p:txBody>
      </p:sp>
      <p:sp>
        <p:nvSpPr>
          <p:cNvPr id="51" name="Szövegdoboz 50"/>
          <p:cNvSpPr txBox="1"/>
          <p:nvPr/>
        </p:nvSpPr>
        <p:spPr>
          <a:xfrm>
            <a:off x="3812000" y="5769056"/>
            <a:ext cx="19905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 smtClean="0"/>
              <a:t>Bejelentkezve</a:t>
            </a:r>
            <a:endParaRPr lang="hu-HU" dirty="0"/>
          </a:p>
        </p:txBody>
      </p:sp>
      <p:pic>
        <p:nvPicPr>
          <p:cNvPr id="4" name="Kép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695797"/>
            <a:ext cx="3813738" cy="2398032"/>
          </a:xfrm>
          <a:prstGeom prst="rect">
            <a:avLst/>
          </a:prstGeom>
        </p:spPr>
      </p:pic>
      <p:pic>
        <p:nvPicPr>
          <p:cNvPr id="6" name="Kép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8798" y="5407948"/>
            <a:ext cx="6063216" cy="1391329"/>
          </a:xfrm>
          <a:prstGeom prst="rect">
            <a:avLst/>
          </a:prstGeom>
        </p:spPr>
      </p:pic>
      <p:pic>
        <p:nvPicPr>
          <p:cNvPr id="7" name="Kép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" y="4160939"/>
            <a:ext cx="3811998" cy="1840174"/>
          </a:xfrm>
          <a:prstGeom prst="rect">
            <a:avLst/>
          </a:prstGeom>
        </p:spPr>
      </p:pic>
      <p:pic>
        <p:nvPicPr>
          <p:cNvPr id="13" name="Kép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76903" y="1695796"/>
            <a:ext cx="3865531" cy="3431202"/>
          </a:xfrm>
          <a:prstGeom prst="rect">
            <a:avLst/>
          </a:prstGeom>
        </p:spPr>
      </p:pic>
      <p:pic>
        <p:nvPicPr>
          <p:cNvPr id="15" name="Kép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70083" y="1695796"/>
            <a:ext cx="3561501" cy="3364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66509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Jövőbeli fejlesztési irányok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Adatvizualizáció </a:t>
            </a:r>
            <a:r>
              <a:rPr lang="hu-HU" dirty="0" smtClean="0"/>
              <a:t>.</a:t>
            </a:r>
            <a:endParaRPr lang="hu-HU" dirty="0" smtClean="0"/>
          </a:p>
          <a:p>
            <a:r>
              <a:rPr lang="hu-HU" dirty="0" smtClean="0"/>
              <a:t>Egyéb tevékenységi funkciók</a:t>
            </a:r>
            <a:r>
              <a:rPr lang="hu-HU" dirty="0" smtClean="0"/>
              <a:t>.</a:t>
            </a:r>
          </a:p>
          <a:p>
            <a:r>
              <a:rPr lang="hu-HU" dirty="0"/>
              <a:t>UI dizájn</a:t>
            </a:r>
            <a:endParaRPr lang="hu-HU" dirty="0" smtClean="0"/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8915692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1660</TotalTime>
  <Words>301</Words>
  <Application>Microsoft Office PowerPoint</Application>
  <PresentationFormat>Szélesvásznú</PresentationFormat>
  <Paragraphs>43</Paragraphs>
  <Slides>9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9</vt:i4>
      </vt:variant>
    </vt:vector>
  </HeadingPairs>
  <TitlesOfParts>
    <vt:vector size="13" baseType="lpstr">
      <vt:lpstr>Arial</vt:lpstr>
      <vt:lpstr>Century Gothic</vt:lpstr>
      <vt:lpstr>Wingdings 3</vt:lpstr>
      <vt:lpstr>Ion</vt:lpstr>
      <vt:lpstr>Egészséges életmódot támogató webalkalmazás fejlesztése ASP.NET MVC és Angular alapokon, Thesis</vt:lpstr>
      <vt:lpstr>Célkitűzés </vt:lpstr>
      <vt:lpstr>Technológia választás </vt:lpstr>
      <vt:lpstr>PowerPoint-bemutató</vt:lpstr>
      <vt:lpstr>Alkalmazás bemutatása I. </vt:lpstr>
      <vt:lpstr>Alkalmazás bemutatása II.</vt:lpstr>
      <vt:lpstr>Alkalmazás bemutatása III. </vt:lpstr>
      <vt:lpstr>Alkalmazás bemutatása IV. </vt:lpstr>
      <vt:lpstr>Jövőbeli fejlesztési irányok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Fedőlap</dc:title>
  <dc:creator>PP</dc:creator>
  <cp:lastModifiedBy>Pásztori Péter Benjámin</cp:lastModifiedBy>
  <cp:revision>48</cp:revision>
  <dcterms:created xsi:type="dcterms:W3CDTF">2024-05-24T20:35:10Z</dcterms:created>
  <dcterms:modified xsi:type="dcterms:W3CDTF">2025-05-23T09:40:47Z</dcterms:modified>
</cp:coreProperties>
</file>